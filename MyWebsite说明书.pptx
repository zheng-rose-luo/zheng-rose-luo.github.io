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MyWebsite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202608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个人网站推送流程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Autofit/>
          </a:bodyPr>
          <a:p>
            <a:r>
              <a:rPr lang="zh-CN" altLang="en-US" sz="1400"/>
              <a:t>新建</a:t>
            </a:r>
            <a:r>
              <a:rPr lang="en-US" altLang="zh-CN" sz="1400"/>
              <a:t>md</a:t>
            </a:r>
            <a:r>
              <a:rPr lang="zh-CN" altLang="en-US" sz="1400"/>
              <a:t>文件在</a:t>
            </a:r>
            <a:r>
              <a:rPr lang="en-US" altLang="zh-CN" sz="1400"/>
              <a:t>posts/blog/</a:t>
            </a:r>
            <a:r>
              <a:rPr lang="zh-CN" altLang="en-US" sz="1400"/>
              <a:t>或</a:t>
            </a:r>
            <a:r>
              <a:rPr lang="en-US" altLang="zh-CN" sz="1400"/>
              <a:t>notes/</a:t>
            </a:r>
            <a:r>
              <a:rPr lang="zh-CN" altLang="en-US" sz="1400"/>
              <a:t>或</a:t>
            </a:r>
            <a:r>
              <a:rPr lang="en-US" altLang="zh-CN" sz="1400"/>
              <a:t>projects/</a:t>
            </a:r>
            <a:r>
              <a:rPr lang="zh-CN" altLang="en-US" sz="1400"/>
              <a:t>文件夹，形式如下：</a:t>
            </a:r>
            <a:endParaRPr lang="zh-CN" altLang="en-US" sz="1400"/>
          </a:p>
          <a:p>
            <a:pPr lvl="4"/>
            <a:r>
              <a:rPr lang="en-US" altLang="zh-CN" sz="1000"/>
              <a:t>---</a:t>
            </a:r>
            <a:endParaRPr lang="en-US" altLang="zh-CN" sz="1000"/>
          </a:p>
          <a:p>
            <a:pPr lvl="4"/>
            <a:r>
              <a:rPr lang="en-US" altLang="zh-CN" sz="1000"/>
              <a:t>title: </a:t>
            </a:r>
            <a:r>
              <a:rPr lang="zh-CN" altLang="en-US" sz="1000"/>
              <a:t>文章标题</a:t>
            </a:r>
            <a:endParaRPr lang="zh-CN" altLang="en-US" sz="1000"/>
          </a:p>
          <a:p>
            <a:pPr lvl="4"/>
            <a:r>
              <a:rPr lang="en-US" altLang="zh-CN" sz="1000"/>
              <a:t>date: 2026-08-24</a:t>
            </a:r>
            <a:endParaRPr lang="en-US" altLang="zh-CN" sz="1000"/>
          </a:p>
          <a:p>
            <a:pPr lvl="4"/>
            <a:r>
              <a:rPr lang="en-US" altLang="zh-CN" sz="1000"/>
              <a:t>excerpt: </a:t>
            </a:r>
            <a:r>
              <a:rPr lang="zh-CN" altLang="en-US" sz="1000"/>
              <a:t>简短描述（显示在列表页）</a:t>
            </a:r>
            <a:endParaRPr lang="zh-CN" altLang="en-US" sz="1000"/>
          </a:p>
          <a:p>
            <a:pPr lvl="4"/>
            <a:r>
              <a:rPr lang="en-US" altLang="zh-CN" sz="1000"/>
              <a:t>tags: </a:t>
            </a:r>
            <a:r>
              <a:rPr lang="zh-CN" altLang="en-US" sz="1000"/>
              <a:t>关键词1 · 关键词2 · 关键词3  （仅 </a:t>
            </a:r>
            <a:r>
              <a:rPr lang="en-US" altLang="zh-CN" sz="1000"/>
              <a:t>Projects </a:t>
            </a:r>
            <a:r>
              <a:rPr lang="zh-CN" altLang="en-US" sz="1000"/>
              <a:t>需要）</a:t>
            </a:r>
            <a:endParaRPr lang="zh-CN" altLang="en-US" sz="1000"/>
          </a:p>
          <a:p>
            <a:pPr lvl="4"/>
            <a:r>
              <a:rPr lang="en-US" altLang="zh-CN" sz="1000"/>
              <a:t>---</a:t>
            </a:r>
            <a:endParaRPr lang="en-US" altLang="zh-CN" sz="1000"/>
          </a:p>
          <a:p>
            <a:pPr lvl="4"/>
            <a:endParaRPr lang="en-US" altLang="zh-CN" sz="1000"/>
          </a:p>
          <a:p>
            <a:pPr lvl="4"/>
            <a:r>
              <a:rPr lang="zh-CN" altLang="en-US" sz="1000"/>
              <a:t># 文章标题</a:t>
            </a:r>
            <a:endParaRPr lang="zh-CN" altLang="en-US" sz="1000"/>
          </a:p>
          <a:p>
            <a:pPr lvl="4"/>
            <a:endParaRPr lang="en-US" altLang="zh-CN" sz="1000"/>
          </a:p>
          <a:p>
            <a:pPr lvl="4"/>
            <a:r>
              <a:rPr lang="zh-CN" altLang="en-US" sz="1000"/>
              <a:t>正文内容...</a:t>
            </a:r>
            <a:endParaRPr lang="zh-CN" altLang="en-US" sz="1000"/>
          </a:p>
          <a:p>
            <a:r>
              <a:rPr lang="zh-CN" altLang="en-US" sz="1400"/>
              <a:t>在</a:t>
            </a:r>
            <a:r>
              <a:rPr lang="en-US" altLang="zh-CN" sz="1400"/>
              <a:t>VS</a:t>
            </a:r>
            <a:r>
              <a:rPr lang="zh-CN" altLang="en-US" sz="1400"/>
              <a:t>终端执行：</a:t>
            </a:r>
            <a:r>
              <a:rPr lang="en-US" altLang="zh-CN" sz="1400"/>
              <a:t>python scripts/build.py</a:t>
            </a:r>
            <a:endParaRPr lang="en-US" altLang="zh-CN" sz="1400"/>
          </a:p>
          <a:p>
            <a:r>
              <a:rPr lang="zh-CN" altLang="en-US" sz="1400"/>
              <a:t>本地预览，在</a:t>
            </a:r>
            <a:r>
              <a:rPr lang="en-US" altLang="zh-CN" sz="1400"/>
              <a:t>VS</a:t>
            </a:r>
            <a:r>
              <a:rPr lang="zh-CN" altLang="en-US" sz="1400"/>
              <a:t>终端执行：</a:t>
            </a:r>
            <a:r>
              <a:rPr lang="en-US" altLang="zh-CN" sz="1400"/>
              <a:t>python -m http.server 8000</a:t>
            </a:r>
            <a:endParaRPr lang="en-US" altLang="zh-CN" sz="1400"/>
          </a:p>
          <a:p>
            <a:pPr lvl="1"/>
            <a:r>
              <a:rPr lang="zh-CN" altLang="en-US" sz="1400"/>
              <a:t>打开 </a:t>
            </a:r>
            <a:r>
              <a:rPr lang="en-US" altLang="zh-CN" sz="1400"/>
              <a:t>http://localhost:8000 </a:t>
            </a:r>
            <a:r>
              <a:rPr lang="zh-CN" altLang="en-US" sz="1400"/>
              <a:t>检查效果。</a:t>
            </a:r>
            <a:endParaRPr lang="zh-CN" altLang="en-US" sz="1400"/>
          </a:p>
          <a:p>
            <a:pPr lvl="0"/>
            <a:r>
              <a:rPr lang="zh-CN" altLang="en-US" sz="1400"/>
              <a:t>推送到</a:t>
            </a:r>
            <a:r>
              <a:rPr lang="en-US" altLang="zh-CN" sz="1400"/>
              <a:t>github</a:t>
            </a:r>
            <a:r>
              <a:rPr lang="zh-CN" altLang="en-US" sz="1400"/>
              <a:t>：可以先查看</a:t>
            </a:r>
            <a:r>
              <a:rPr lang="en-US" altLang="zh-CN" sz="1400"/>
              <a:t>git status</a:t>
            </a:r>
            <a:r>
              <a:rPr lang="zh-CN" altLang="en-US" sz="1400"/>
              <a:t>；然后直接</a:t>
            </a:r>
            <a:r>
              <a:rPr lang="en-US" altLang="zh-CN" sz="1400"/>
              <a:t>git add . &amp;&amp; git commit -m "</a:t>
            </a:r>
            <a:r>
              <a:rPr lang="zh-CN" altLang="en-US" sz="1400"/>
              <a:t>新增推文：新文章标题" &amp;&amp; </a:t>
            </a:r>
            <a:r>
              <a:rPr lang="en-US" altLang="zh-CN" sz="1400"/>
              <a:t>git push origin master</a:t>
            </a:r>
            <a:endParaRPr lang="en-US" altLang="zh-CN" sz="1400"/>
          </a:p>
          <a:p>
            <a:pPr lvl="4"/>
            <a:r>
              <a:rPr lang="en-US" altLang="zh-CN" sz="1000"/>
              <a:t>git add .</a:t>
            </a:r>
            <a:endParaRPr lang="en-US" altLang="zh-CN" sz="1000"/>
          </a:p>
          <a:p>
            <a:pPr lvl="4"/>
            <a:r>
              <a:rPr lang="en-US" altLang="zh-CN" sz="1000"/>
              <a:t>git commit -m "</a:t>
            </a:r>
            <a:r>
              <a:rPr lang="zh-CN" altLang="en-US" sz="1000"/>
              <a:t>新增推文：新文章标题"</a:t>
            </a:r>
            <a:endParaRPr lang="zh-CN" altLang="en-US" sz="1000"/>
          </a:p>
          <a:p>
            <a:pPr lvl="4"/>
            <a:r>
              <a:rPr lang="en-US" altLang="zh-CN" sz="1000"/>
              <a:t>git push origin master</a:t>
            </a:r>
            <a:endParaRPr lang="en-US" altLang="zh-CN" sz="1000"/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/>
              <a:t>如果遇到</a:t>
            </a:r>
            <a:r>
              <a:rPr lang="en-US" altLang="zh-CN"/>
              <a:t>markdown</a:t>
            </a:r>
            <a:r>
              <a:rPr lang="zh-CN" altLang="en-US"/>
              <a:t>不能用？</a:t>
            </a:r>
            <a:br>
              <a:rPr lang="zh-CN" altLang="en-US"/>
            </a:br>
            <a:r>
              <a:rPr lang="zh-CN" altLang="en-US"/>
              <a:t>可能因为回到</a:t>
            </a:r>
            <a:r>
              <a:rPr lang="en-US" altLang="zh-CN"/>
              <a:t>pytorch</a:t>
            </a:r>
            <a:r>
              <a:rPr lang="zh-CN" altLang="en-US"/>
              <a:t>老环境，要回</a:t>
            </a:r>
            <a:r>
              <a:rPr lang="en-US" altLang="zh-CN"/>
              <a:t>my_env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在</a:t>
            </a:r>
            <a:r>
              <a:rPr lang="en-US" altLang="zh-CN"/>
              <a:t>VS</a:t>
            </a:r>
            <a:r>
              <a:rPr lang="zh-CN" altLang="en-US"/>
              <a:t>终端执行：</a:t>
            </a:r>
            <a:r>
              <a:rPr lang="en-US" altLang="zh-CN"/>
              <a:t>conda deactivate</a:t>
            </a:r>
            <a:endParaRPr lang="en-US" altLang="zh-CN"/>
          </a:p>
          <a:p>
            <a:r>
              <a:rPr lang="zh-CN" altLang="en-US"/>
              <a:t>再执行：</a:t>
            </a:r>
            <a:endParaRPr lang="zh-CN" altLang="en-US"/>
          </a:p>
          <a:p>
            <a:pPr lvl="2"/>
            <a:r>
              <a:rPr lang="en-US" altLang="zh-CN"/>
              <a:t>source /c/Software/Anaconda/etc/profile.d/conda.sh</a:t>
            </a:r>
            <a:endParaRPr lang="en-US" altLang="zh-CN"/>
          </a:p>
          <a:p>
            <a:pPr lvl="2"/>
            <a:r>
              <a:rPr lang="en-US" altLang="zh-CN"/>
              <a:t>conda activate my_env</a:t>
            </a:r>
            <a:endParaRPr lang="en-US" altLang="zh-CN"/>
          </a:p>
          <a:p>
            <a:pPr lvl="0"/>
            <a:r>
              <a:rPr lang="zh-CN" altLang="en-US"/>
              <a:t>注意看：你的命令行前面应该变成了 (</a:t>
            </a:r>
            <a:r>
              <a:rPr lang="en-US" altLang="zh-CN"/>
              <a:t>my_env)，</a:t>
            </a:r>
            <a:r>
              <a:rPr lang="zh-CN" altLang="en-US"/>
              <a:t>千万不要变成别的！</a:t>
            </a:r>
            <a:endParaRPr lang="zh-CN" altLang="en-US"/>
          </a:p>
          <a:p>
            <a:pPr lvl="0"/>
            <a:r>
              <a:rPr lang="zh-CN" altLang="en-US"/>
              <a:t>看看有无</a:t>
            </a:r>
            <a:r>
              <a:rPr lang="en-US" altLang="zh-CN"/>
              <a:t>markdown</a:t>
            </a:r>
            <a:r>
              <a:rPr lang="zh-CN" altLang="en-US"/>
              <a:t>，执行：</a:t>
            </a:r>
            <a:r>
              <a:rPr lang="en-US" altLang="zh-CN"/>
              <a:t>python -c "import markdown; print(markdown.__version__)"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676</Words>
  <Application>WPS 演示</Application>
  <PresentationFormat>宽屏</PresentationFormat>
  <Paragraphs>34</Paragraphs>
  <Slides>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quote-cjk-patch</vt:lpstr>
      <vt:lpstr>Menlo</vt:lpstr>
      <vt:lpstr>SWAstro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lz萝卜</cp:lastModifiedBy>
  <cp:revision>158</cp:revision>
  <dcterms:created xsi:type="dcterms:W3CDTF">2019-06-19T02:08:00Z</dcterms:created>
  <dcterms:modified xsi:type="dcterms:W3CDTF">2026-08-24T09:39:03Z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19B0D9A9801645658FABC6FE3D499D67_11</vt:lpwstr>
  </property>
</Properties>
</file>