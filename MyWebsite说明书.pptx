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59" r:id="rId6"/>
    <p:sldId id="260" r:id="rId7"/>
    <p:sldId id="258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>
                <a:sym typeface="+mn-ea"/>
              </a:rPr>
              <a:t>git add . &amp;&amp; git commit -m "</a:t>
            </a:r>
            <a:r>
              <a:rPr lang="zh-CN" altLang="en-US">
                <a:sym typeface="+mn-ea"/>
              </a:rPr>
              <a:t>改动</a:t>
            </a:r>
            <a:r>
              <a:rPr lang="en-US" altLang="zh-CN">
                <a:sym typeface="+mn-ea"/>
              </a:rPr>
              <a:t>about</a:t>
            </a:r>
            <a:r>
              <a:rPr lang="zh-CN" altLang="en-US">
                <a:sym typeface="+mn-ea"/>
              </a:rPr>
              <a:t>页面细节" &amp;&amp; </a:t>
            </a:r>
            <a:r>
              <a:rPr lang="en-US" altLang="zh-CN">
                <a:sym typeface="+mn-ea"/>
              </a:rPr>
              <a:t>git push origin master</a:t>
            </a: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MyWebsite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202608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个人网站推送流程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Autofit/>
          </a:bodyPr>
          <a:p>
            <a:r>
              <a:rPr lang="zh-CN" altLang="en-US" sz="1200"/>
              <a:t>新建</a:t>
            </a:r>
            <a:r>
              <a:rPr lang="en-US" altLang="zh-CN" sz="1200"/>
              <a:t>md</a:t>
            </a:r>
            <a:r>
              <a:rPr lang="zh-CN" altLang="en-US" sz="1200"/>
              <a:t>文件在</a:t>
            </a:r>
            <a:r>
              <a:rPr lang="en-US" altLang="zh-CN" sz="1200"/>
              <a:t>posts/blog/</a:t>
            </a:r>
            <a:r>
              <a:rPr lang="zh-CN" altLang="en-US" sz="1200"/>
              <a:t>或</a:t>
            </a:r>
            <a:r>
              <a:rPr lang="en-US" altLang="zh-CN" sz="1200"/>
              <a:t>notes/</a:t>
            </a:r>
            <a:r>
              <a:rPr lang="zh-CN" altLang="en-US" sz="1200"/>
              <a:t>或</a:t>
            </a:r>
            <a:r>
              <a:rPr lang="en-US" altLang="zh-CN" sz="1200"/>
              <a:t>projects/</a:t>
            </a:r>
            <a:r>
              <a:rPr lang="zh-CN" altLang="en-US" sz="1200"/>
              <a:t>文件夹，形式如下：</a:t>
            </a:r>
            <a:endParaRPr lang="zh-CN" altLang="en-US" sz="1200"/>
          </a:p>
          <a:p>
            <a:pPr lvl="4"/>
            <a:r>
              <a:rPr lang="en-US" altLang="zh-CN" sz="900"/>
              <a:t>---</a:t>
            </a:r>
            <a:endParaRPr lang="en-US" altLang="zh-CN" sz="900"/>
          </a:p>
          <a:p>
            <a:pPr lvl="4"/>
            <a:r>
              <a:rPr lang="en-US" altLang="zh-CN" sz="900"/>
              <a:t>title: </a:t>
            </a:r>
            <a:r>
              <a:rPr lang="zh-CN" altLang="en-US" sz="900"/>
              <a:t>文章标题</a:t>
            </a:r>
            <a:endParaRPr lang="zh-CN" altLang="en-US" sz="900"/>
          </a:p>
          <a:p>
            <a:pPr lvl="4"/>
            <a:r>
              <a:rPr lang="en-US" altLang="zh-CN" sz="900"/>
              <a:t>date: 2026-08-24</a:t>
            </a:r>
            <a:endParaRPr lang="en-US" altLang="zh-CN" sz="900"/>
          </a:p>
          <a:p>
            <a:pPr lvl="4"/>
            <a:r>
              <a:rPr lang="en-US" altLang="zh-CN" sz="900"/>
              <a:t>excerpt: </a:t>
            </a:r>
            <a:r>
              <a:rPr lang="zh-CN" altLang="en-US" sz="900"/>
              <a:t>简短描述（显示在列表页）</a:t>
            </a:r>
            <a:endParaRPr lang="zh-CN" altLang="en-US" sz="900"/>
          </a:p>
          <a:p>
            <a:pPr lvl="4"/>
            <a:r>
              <a:rPr lang="en-US" altLang="zh-CN" sz="900"/>
              <a:t>tags: </a:t>
            </a:r>
            <a:r>
              <a:rPr lang="zh-CN" altLang="en-US" sz="900"/>
              <a:t>关键词1 · 关键词2 · 关键词3  （仅 </a:t>
            </a:r>
            <a:r>
              <a:rPr lang="en-US" altLang="zh-CN" sz="900"/>
              <a:t>Projects </a:t>
            </a:r>
            <a:r>
              <a:rPr lang="zh-CN" altLang="en-US" sz="900"/>
              <a:t>需要）</a:t>
            </a:r>
            <a:endParaRPr lang="zh-CN" altLang="en-US" sz="900"/>
          </a:p>
          <a:p>
            <a:pPr lvl="4"/>
            <a:r>
              <a:rPr lang="en-US" altLang="zh-CN" sz="900"/>
              <a:t>---</a:t>
            </a:r>
            <a:endParaRPr lang="en-US" altLang="zh-CN" sz="900"/>
          </a:p>
          <a:p>
            <a:pPr lvl="4"/>
            <a:endParaRPr lang="en-US" altLang="zh-CN" sz="900"/>
          </a:p>
          <a:p>
            <a:pPr lvl="4"/>
            <a:r>
              <a:rPr lang="zh-CN" altLang="en-US" sz="900"/>
              <a:t># 文章标题</a:t>
            </a:r>
            <a:endParaRPr lang="zh-CN" altLang="en-US" sz="900"/>
          </a:p>
          <a:p>
            <a:pPr lvl="4"/>
            <a:endParaRPr lang="en-US" altLang="zh-CN" sz="900"/>
          </a:p>
          <a:p>
            <a:pPr lvl="4"/>
            <a:r>
              <a:rPr lang="zh-CN" altLang="en-US" sz="900"/>
              <a:t>正文内容...</a:t>
            </a:r>
            <a:endParaRPr lang="zh-CN" altLang="en-US" sz="900"/>
          </a:p>
          <a:p>
            <a:r>
              <a:rPr lang="zh-CN" altLang="en-US" sz="1200"/>
              <a:t>在</a:t>
            </a:r>
            <a:r>
              <a:rPr lang="en-US" altLang="zh-CN" sz="1200"/>
              <a:t>VS</a:t>
            </a:r>
            <a:r>
              <a:rPr lang="zh-CN" altLang="en-US" sz="1200"/>
              <a:t>终端执行：</a:t>
            </a:r>
            <a:r>
              <a:rPr lang="en-US" altLang="zh-CN" sz="1200"/>
              <a:t>python scripts/build.py</a:t>
            </a:r>
            <a:endParaRPr lang="en-US" altLang="zh-CN" sz="1200"/>
          </a:p>
          <a:p>
            <a:r>
              <a:rPr lang="zh-CN" altLang="en-US" sz="1200"/>
              <a:t>本地预览，在</a:t>
            </a:r>
            <a:r>
              <a:rPr lang="en-US" altLang="zh-CN" sz="1200"/>
              <a:t>VS</a:t>
            </a:r>
            <a:r>
              <a:rPr lang="zh-CN" altLang="en-US" sz="1200"/>
              <a:t>终端执行：</a:t>
            </a:r>
            <a:r>
              <a:rPr lang="en-US" altLang="zh-CN" sz="1200"/>
              <a:t>python -m http.server 8000</a:t>
            </a:r>
            <a:endParaRPr lang="en-US" altLang="zh-CN" sz="1200"/>
          </a:p>
          <a:p>
            <a:pPr lvl="1"/>
            <a:r>
              <a:rPr lang="zh-CN" altLang="en-US" sz="1200"/>
              <a:t>打开 </a:t>
            </a:r>
            <a:r>
              <a:rPr lang="en-US" altLang="zh-CN" sz="1200"/>
              <a:t>http://localhost:8000 </a:t>
            </a:r>
            <a:r>
              <a:rPr lang="zh-CN" altLang="en-US" sz="1200"/>
              <a:t>检查效果。</a:t>
            </a:r>
            <a:endParaRPr lang="zh-CN" altLang="en-US" sz="1200"/>
          </a:p>
          <a:p>
            <a:pPr lvl="1"/>
            <a:r>
              <a:rPr lang="zh-CN" altLang="en-US" sz="1200"/>
              <a:t>在终端</a:t>
            </a:r>
            <a:r>
              <a:rPr lang="en-US" altLang="zh-CN" sz="1200"/>
              <a:t>ctrl+C</a:t>
            </a:r>
            <a:r>
              <a:rPr lang="zh-CN" altLang="en-US" sz="1200"/>
              <a:t>强制停止。</a:t>
            </a:r>
            <a:endParaRPr lang="zh-CN" altLang="en-US" sz="1200"/>
          </a:p>
          <a:p>
            <a:pPr lvl="0"/>
            <a:r>
              <a:rPr lang="zh-CN" altLang="en-US" sz="1200"/>
              <a:t>推送到</a:t>
            </a:r>
            <a:r>
              <a:rPr lang="en-US" altLang="zh-CN" sz="1200"/>
              <a:t>github</a:t>
            </a:r>
            <a:r>
              <a:rPr lang="zh-CN" altLang="en-US" sz="1200"/>
              <a:t>：可以先查看</a:t>
            </a:r>
            <a:r>
              <a:rPr lang="en-US" altLang="zh-CN" sz="1200"/>
              <a:t>git status</a:t>
            </a:r>
            <a:r>
              <a:rPr lang="zh-CN" altLang="en-US" sz="1200"/>
              <a:t>；然后直接</a:t>
            </a:r>
            <a:r>
              <a:rPr lang="en-US" altLang="zh-CN" sz="1200"/>
              <a:t>git add . &amp;&amp; git commit -m "</a:t>
            </a:r>
            <a:r>
              <a:rPr lang="zh-CN" altLang="en-US" sz="1200"/>
              <a:t>新增推文：新文章标题" &amp;&amp; </a:t>
            </a:r>
            <a:r>
              <a:rPr lang="en-US" altLang="zh-CN" sz="1200"/>
              <a:t>git push origin master</a:t>
            </a:r>
            <a:endParaRPr lang="en-US" altLang="zh-CN" sz="1200"/>
          </a:p>
          <a:p>
            <a:pPr lvl="4"/>
            <a:r>
              <a:rPr lang="en-US" altLang="zh-CN" sz="900"/>
              <a:t>git add .</a:t>
            </a:r>
            <a:endParaRPr lang="en-US" altLang="zh-CN" sz="900"/>
          </a:p>
          <a:p>
            <a:pPr lvl="4"/>
            <a:r>
              <a:rPr lang="en-US" altLang="zh-CN" sz="900"/>
              <a:t>git commit -m "</a:t>
            </a:r>
            <a:r>
              <a:rPr lang="zh-CN" altLang="en-US" sz="900"/>
              <a:t>新增推文：新文章标题"</a:t>
            </a:r>
            <a:endParaRPr lang="zh-CN" altLang="en-US" sz="900"/>
          </a:p>
          <a:p>
            <a:pPr lvl="4"/>
            <a:r>
              <a:rPr lang="en-US" altLang="zh-CN" sz="900"/>
              <a:t>git push origin master</a:t>
            </a:r>
            <a:endParaRPr lang="en-US" altLang="zh-CN" sz="900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10*10</a:t>
            </a:r>
            <a:r>
              <a:rPr lang="zh-CN" altLang="en-US"/>
              <a:t>，</a:t>
            </a:r>
            <a:r>
              <a:rPr lang="en-US" altLang="zh-CN"/>
              <a:t>d=3</a:t>
            </a:r>
            <a:r>
              <a:rPr lang="zh-CN" altLang="en-US"/>
              <a:t>，圆角</a:t>
            </a:r>
            <a:r>
              <a:rPr lang="en-US" altLang="zh-CN"/>
              <a:t>2</a:t>
            </a:r>
            <a:endParaRPr lang="en-US" altLang="zh-CN"/>
          </a:p>
          <a:p>
            <a:r>
              <a:rPr lang="en-US" altLang="zh-CN"/>
              <a:t>15*15</a:t>
            </a:r>
            <a:r>
              <a:rPr lang="zh-CN" altLang="en-US"/>
              <a:t>，</a:t>
            </a:r>
            <a:r>
              <a:rPr lang="en-US" altLang="zh-CN"/>
              <a:t>d=6</a:t>
            </a:r>
            <a:r>
              <a:rPr lang="zh-CN" altLang="en-US"/>
              <a:t>，圆角</a:t>
            </a:r>
            <a:r>
              <a:rPr lang="en-US" altLang="zh-CN"/>
              <a:t>2</a:t>
            </a:r>
            <a:endParaRPr lang="en-US" altLang="zh-CN"/>
          </a:p>
          <a:p>
            <a:r>
              <a:rPr lang="en-US" altLang="zh-CN"/>
              <a:t>20*20</a:t>
            </a:r>
            <a:r>
              <a:rPr lang="zh-CN" altLang="en-US"/>
              <a:t>，</a:t>
            </a:r>
            <a:r>
              <a:rPr lang="en-US" altLang="zh-CN"/>
              <a:t>d=6</a:t>
            </a:r>
            <a:r>
              <a:rPr lang="zh-CN" altLang="en-US"/>
              <a:t>，圆角</a:t>
            </a:r>
            <a:r>
              <a:rPr lang="en-US" altLang="zh-CN"/>
              <a:t>2</a:t>
            </a:r>
            <a:endParaRPr lang="en-US" altLang="zh-CN"/>
          </a:p>
        </p:txBody>
      </p:sp>
      <p:grpSp>
        <p:nvGrpSpPr>
          <p:cNvPr id="13" name="组合 12"/>
          <p:cNvGrpSpPr/>
          <p:nvPr/>
        </p:nvGrpSpPr>
        <p:grpSpPr>
          <a:xfrm>
            <a:off x="3623945" y="1480820"/>
            <a:ext cx="720090" cy="2026285"/>
            <a:chOff x="4123" y="2776"/>
            <a:chExt cx="1134" cy="3191"/>
          </a:xfrm>
        </p:grpSpPr>
        <p:sp>
          <p:nvSpPr>
            <p:cNvPr id="4" name="矩形 3"/>
            <p:cNvSpPr/>
            <p:nvPr/>
          </p:nvSpPr>
          <p:spPr>
            <a:xfrm>
              <a:off x="4123" y="2776"/>
              <a:ext cx="567" cy="567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椭圆 5"/>
            <p:cNvSpPr/>
            <p:nvPr/>
          </p:nvSpPr>
          <p:spPr>
            <a:xfrm>
              <a:off x="4208" y="2860"/>
              <a:ext cx="397" cy="397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椭圆 4"/>
            <p:cNvSpPr/>
            <p:nvPr/>
          </p:nvSpPr>
          <p:spPr>
            <a:xfrm>
              <a:off x="4321" y="2974"/>
              <a:ext cx="170" cy="170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4123" y="3701"/>
              <a:ext cx="850" cy="850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椭圆 7"/>
            <p:cNvSpPr/>
            <p:nvPr/>
          </p:nvSpPr>
          <p:spPr>
            <a:xfrm>
              <a:off x="4265" y="3843"/>
              <a:ext cx="567" cy="567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>
              <a:off x="4378" y="3957"/>
              <a:ext cx="340" cy="340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4123" y="4833"/>
              <a:ext cx="1134" cy="1134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4407" y="5116"/>
              <a:ext cx="567" cy="567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4520" y="5230"/>
              <a:ext cx="340" cy="340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如果遇到</a:t>
            </a:r>
            <a:r>
              <a:rPr lang="en-US" altLang="zh-CN"/>
              <a:t>markdown</a:t>
            </a:r>
            <a:r>
              <a:rPr lang="zh-CN" altLang="en-US"/>
              <a:t>不能用？</a:t>
            </a:r>
            <a:br>
              <a:rPr lang="zh-CN" altLang="en-US"/>
            </a:br>
            <a:r>
              <a:rPr lang="zh-CN" altLang="en-US"/>
              <a:t>可能因为回到</a:t>
            </a:r>
            <a:r>
              <a:rPr lang="en-US" altLang="zh-CN"/>
              <a:t>pytorch</a:t>
            </a:r>
            <a:r>
              <a:rPr lang="zh-CN" altLang="en-US"/>
              <a:t>老环境，要回</a:t>
            </a:r>
            <a:r>
              <a:rPr lang="en-US" altLang="zh-CN"/>
              <a:t>my_env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在</a:t>
            </a:r>
            <a:r>
              <a:rPr lang="en-US" altLang="zh-CN"/>
              <a:t>VS</a:t>
            </a:r>
            <a:r>
              <a:rPr lang="zh-CN" altLang="en-US"/>
              <a:t>终端执行：</a:t>
            </a:r>
            <a:r>
              <a:rPr lang="en-US" altLang="zh-CN"/>
              <a:t>conda deactivate</a:t>
            </a:r>
            <a:endParaRPr lang="en-US" altLang="zh-CN"/>
          </a:p>
          <a:p>
            <a:r>
              <a:rPr lang="zh-CN" altLang="en-US"/>
              <a:t>再执行：</a:t>
            </a:r>
            <a:endParaRPr lang="zh-CN" altLang="en-US"/>
          </a:p>
          <a:p>
            <a:pPr lvl="2"/>
            <a:r>
              <a:rPr lang="en-US" altLang="zh-CN"/>
              <a:t>source /c/Software/Anaconda/etc/profile.d/conda.sh</a:t>
            </a:r>
            <a:endParaRPr lang="en-US" altLang="zh-CN"/>
          </a:p>
          <a:p>
            <a:pPr lvl="2"/>
            <a:r>
              <a:rPr lang="en-US" altLang="zh-CN"/>
              <a:t>conda activate my_env</a:t>
            </a:r>
            <a:endParaRPr lang="en-US" altLang="zh-CN"/>
          </a:p>
          <a:p>
            <a:pPr lvl="0"/>
            <a:r>
              <a:rPr lang="zh-CN" altLang="en-US"/>
              <a:t>注意看：你的命令行前面应该变成了 (</a:t>
            </a:r>
            <a:r>
              <a:rPr lang="en-US" altLang="zh-CN"/>
              <a:t>my_env)，</a:t>
            </a:r>
            <a:r>
              <a:rPr lang="zh-CN" altLang="en-US"/>
              <a:t>千万不要变成别的！</a:t>
            </a:r>
            <a:endParaRPr lang="zh-CN" altLang="en-US"/>
          </a:p>
          <a:p>
            <a:pPr lvl="0"/>
            <a:r>
              <a:rPr lang="zh-CN" altLang="en-US"/>
              <a:t>看看有无</a:t>
            </a:r>
            <a:r>
              <a:rPr lang="en-US" altLang="zh-CN"/>
              <a:t>markdown</a:t>
            </a:r>
            <a:r>
              <a:rPr lang="zh-CN" altLang="en-US"/>
              <a:t>，执行：</a:t>
            </a:r>
            <a:r>
              <a:rPr lang="en-US" altLang="zh-CN"/>
              <a:t>python -c "import markdown; print(markdown.__version__)"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729</Words>
  <Application>WPS 演示</Application>
  <PresentationFormat>宽屏</PresentationFormat>
  <Paragraphs>39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MyWebsite</vt:lpstr>
      <vt:lpstr>个人网站推送流程</vt:lpstr>
      <vt:lpstr>PowerPoint 演示文稿</vt:lpstr>
      <vt:lpstr>PowerPoint 演示文稿</vt:lpstr>
      <vt:lpstr>如果遇到markdown不能用？ 可能因为回到pytorch老环境，要回my_env。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lz萝卜</cp:lastModifiedBy>
  <cp:revision>159</cp:revision>
  <dcterms:created xsi:type="dcterms:W3CDTF">2019-06-19T02:08:00Z</dcterms:created>
  <dcterms:modified xsi:type="dcterms:W3CDTF">2026-08-25T01:55:50Z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19B0D9A9801645658FABC6FE3D499D67_11</vt:lpwstr>
  </property>
</Properties>
</file>